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58" r:id="rId5"/>
    <p:sldId id="288" r:id="rId6"/>
    <p:sldId id="294" r:id="rId7"/>
    <p:sldId id="295" r:id="rId8"/>
    <p:sldId id="297" r:id="rId9"/>
    <p:sldId id="298" r:id="rId10"/>
    <p:sldId id="296" r:id="rId11"/>
    <p:sldId id="290" r:id="rId12"/>
    <p:sldId id="299" r:id="rId13"/>
    <p:sldId id="300" r:id="rId14"/>
    <p:sldId id="301" r:id="rId15"/>
    <p:sldId id="27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>
      <p:cViewPr varScale="1">
        <p:scale>
          <a:sx n="89" d="100"/>
          <a:sy n="89" d="100"/>
        </p:scale>
        <p:origin x="4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altLang="en-US" dirty="0"/>
              <a:t>GitLab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MY" altLang="en-US" dirty="0"/>
              <a:t>19 - 20</a:t>
            </a:r>
            <a:r>
              <a:rPr lang="en-US" dirty="0"/>
              <a:t> </a:t>
            </a:r>
            <a:r>
              <a:rPr lang="en-MY" altLang="en-US" dirty="0"/>
              <a:t>February</a:t>
            </a:r>
            <a:r>
              <a:rPr lang="en-US" dirty="0"/>
              <a:t> 202</a:t>
            </a:r>
            <a:r>
              <a:rPr lang="en-MY" dirty="0"/>
              <a:t>4</a:t>
            </a:r>
            <a:endParaRPr lang="en-US" dirty="0"/>
          </a:p>
          <a:p>
            <a:r>
              <a:rPr lang="en-US" dirty="0"/>
              <a:t>9:</a:t>
            </a:r>
            <a:r>
              <a:rPr lang="en-MY" altLang="en-US" dirty="0"/>
              <a:t>0</a:t>
            </a:r>
            <a:r>
              <a:rPr lang="en-US" dirty="0"/>
              <a:t>0 </a:t>
            </a:r>
            <a:r>
              <a:rPr lang="en-US" dirty="0" err="1"/>
              <a:t>pagi</a:t>
            </a:r>
            <a:r>
              <a:rPr lang="en-US" dirty="0"/>
              <a:t> - </a:t>
            </a:r>
            <a:r>
              <a:rPr lang="en-MY" altLang="en-US" dirty="0"/>
              <a:t>05</a:t>
            </a:r>
            <a:r>
              <a:rPr lang="en-US" dirty="0"/>
              <a:t>:</a:t>
            </a:r>
            <a:r>
              <a:rPr lang="en-MY" altLang="en-US" dirty="0"/>
              <a:t>0</a:t>
            </a:r>
            <a:r>
              <a:rPr lang="en-US" dirty="0"/>
              <a:t>0 p</a:t>
            </a:r>
            <a:r>
              <a:rPr lang="en-MY" altLang="en-US" dirty="0" err="1"/>
              <a:t>etang</a:t>
            </a:r>
            <a:endParaRPr lang="en-US" dirty="0"/>
          </a:p>
          <a:p>
            <a:r>
              <a:rPr lang="en-MY" altLang="en-US" dirty="0"/>
              <a:t>KPDN Putrajaya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Pre-requisite</a:t>
            </a:r>
          </a:p>
          <a:p>
            <a:r>
              <a:rPr lang="en-US" dirty="0"/>
              <a:t>Day 1</a:t>
            </a:r>
          </a:p>
          <a:p>
            <a:r>
              <a:rPr lang="en-US" dirty="0"/>
              <a:t>Day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Who this session is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Developer</a:t>
            </a:r>
          </a:p>
          <a:p>
            <a:r>
              <a:rPr lang="en-US" dirty="0"/>
              <a:t>Operation Team</a:t>
            </a:r>
          </a:p>
          <a:p>
            <a:r>
              <a:rPr lang="en-US" dirty="0"/>
              <a:t>Helpdesk Team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Pre-requisite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VirtualBox  - GitLab Official Linux Package</a:t>
            </a:r>
          </a:p>
          <a:p>
            <a:pPr lvl="1"/>
            <a:r>
              <a:rPr lang="en-US" dirty="0"/>
              <a:t>Ubuntu, CentOS</a:t>
            </a:r>
          </a:p>
          <a:p>
            <a:r>
              <a:rPr lang="en-US" dirty="0"/>
              <a:t>Internet connection</a:t>
            </a:r>
          </a:p>
          <a:p>
            <a:r>
              <a:rPr lang="en-US" dirty="0"/>
              <a:t>4GB RAM – minimum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3BD46-03D9-767B-4B9A-4A0A14F95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385A-DB31-D4A3-E11A-88930D645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/>
              <a:t>Day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978AD-A07C-0A0C-F4CC-05EACDC82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har char="•"/>
            </a:pPr>
            <a:r>
              <a:rPr lang="en-US" sz="3200" dirty="0"/>
              <a:t>Introducing the GitLab Architecture</a:t>
            </a:r>
          </a:p>
          <a:p>
            <a:pPr lvl="1"/>
            <a:r>
              <a:rPr lang="en-US" dirty="0"/>
              <a:t>Technical requirements</a:t>
            </a:r>
          </a:p>
          <a:p>
            <a:pPr lvl="1"/>
            <a:r>
              <a:rPr lang="en-US" dirty="0"/>
              <a:t>The origins of GitLab</a:t>
            </a:r>
          </a:p>
          <a:p>
            <a:pPr lvl="1"/>
            <a:r>
              <a:rPr lang="en-US" dirty="0"/>
              <a:t>Exploring GitLab editions – CE and EE</a:t>
            </a:r>
          </a:p>
          <a:p>
            <a:pPr lvl="1"/>
            <a:r>
              <a:rPr lang="en-US" dirty="0"/>
              <a:t>The core system components of GitLab</a:t>
            </a:r>
          </a:p>
          <a:p>
            <a:pPr lvl="1"/>
            <a:r>
              <a:rPr lang="en-US" dirty="0"/>
              <a:t>GitLab CI</a:t>
            </a:r>
          </a:p>
          <a:p>
            <a:pPr lvl="1"/>
            <a:r>
              <a:rPr lang="en-US" dirty="0"/>
              <a:t>GitLab Runners</a:t>
            </a:r>
          </a:p>
          <a:p>
            <a:pPr lvl="1"/>
            <a:r>
              <a:rPr lang="en-US" dirty="0"/>
              <a:t>Cloud native</a:t>
            </a:r>
          </a:p>
          <a:p>
            <a:pPr marL="342900" lvl="1" indent="-342900">
              <a:buChar char="•"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293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1DD77-DD6E-44D6-8CE6-D20BC6101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36BC9-F959-3669-A3A4-E68539FA1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 dirty="0"/>
              <a:t>Day 1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A34C5-0753-1DA5-2566-EE5B273EA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har char="•"/>
            </a:pPr>
            <a:r>
              <a:rPr lang="en-US" sz="3200" dirty="0"/>
              <a:t>Installing GitLab</a:t>
            </a:r>
          </a:p>
          <a:p>
            <a:pPr lvl="1"/>
            <a:r>
              <a:rPr lang="en-US" dirty="0"/>
              <a:t>Technical requirements</a:t>
            </a:r>
          </a:p>
          <a:p>
            <a:pPr lvl="1"/>
            <a:r>
              <a:rPr lang="en-US" dirty="0"/>
              <a:t>Installing GitLab using omnibus packages</a:t>
            </a:r>
          </a:p>
          <a:p>
            <a:pPr lvl="1"/>
            <a:r>
              <a:rPr lang="en-US" dirty="0"/>
              <a:t>Running from source</a:t>
            </a:r>
          </a:p>
          <a:p>
            <a:pPr lvl="1"/>
            <a:r>
              <a:rPr lang="en-US" dirty="0"/>
              <a:t>Using it from Docker</a:t>
            </a:r>
          </a:p>
          <a:p>
            <a:pPr lvl="1"/>
            <a:r>
              <a:rPr lang="en-US" dirty="0"/>
              <a:t>Deploying GitLab using Kubernetes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529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4E8FF-8E05-4540-3223-EEB510946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5430D-9C61-D95C-CAF8-A84CB38D3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 dirty="0"/>
              <a:t>Day 1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A3B92-F6A3-8581-CE8B-03A375D00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har char="•"/>
            </a:pPr>
            <a:r>
              <a:rPr lang="en-US" sz="3200" dirty="0"/>
              <a:t>Configuring GitLab Using Web UI – </a:t>
            </a:r>
            <a:r>
              <a:rPr lang="en-US" sz="3200" dirty="0" err="1"/>
              <a:t>eTribunal</a:t>
            </a:r>
            <a:r>
              <a:rPr lang="en-US" sz="3200" dirty="0"/>
              <a:t> Project</a:t>
            </a:r>
          </a:p>
          <a:p>
            <a:pPr lvl="1"/>
            <a:r>
              <a:rPr lang="en-US" dirty="0"/>
              <a:t>Technical requirements</a:t>
            </a:r>
          </a:p>
          <a:p>
            <a:pPr lvl="1"/>
            <a:r>
              <a:rPr lang="en-US" dirty="0"/>
              <a:t>Configuring GitLab settings at the instance level</a:t>
            </a:r>
          </a:p>
          <a:p>
            <a:pPr lvl="1"/>
            <a:r>
              <a:rPr lang="en-US" dirty="0"/>
              <a:t>Configuring GitLab settings at the group level</a:t>
            </a:r>
          </a:p>
          <a:p>
            <a:pPr lvl="1"/>
            <a:r>
              <a:rPr lang="en-US" dirty="0"/>
              <a:t>Configuring GitLab settings at the project level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108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5D45E-F716-09CC-4889-70FC713C1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1A318-8DA5-F98E-452C-D8D456503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 dirty="0"/>
              <a:t>Day 1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059D7-95E1-88D8-08E2-C2C9FED71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har char="•"/>
            </a:pPr>
            <a:r>
              <a:rPr lang="en-US" sz="3200" dirty="0"/>
              <a:t>Configuring GitLab from Terminal</a:t>
            </a:r>
          </a:p>
          <a:p>
            <a:pPr lvl="1"/>
            <a:r>
              <a:rPr lang="en-US" dirty="0"/>
              <a:t>Technical requirements</a:t>
            </a:r>
          </a:p>
          <a:p>
            <a:pPr lvl="1"/>
            <a:r>
              <a:rPr lang="en-US" dirty="0"/>
              <a:t>Configuring omnibus and GitLab installation from the terminal (PC Developer &amp; Server Staging)</a:t>
            </a:r>
          </a:p>
          <a:p>
            <a:pPr lvl="1"/>
            <a:r>
              <a:rPr lang="en-US" dirty="0"/>
              <a:t>Configuring source installations</a:t>
            </a:r>
          </a:p>
          <a:p>
            <a:pPr lvl="1"/>
            <a:r>
              <a:rPr lang="en-US" dirty="0"/>
              <a:t>Reconfiguring GitLab Docker containers</a:t>
            </a:r>
          </a:p>
          <a:p>
            <a:pPr lvl="1"/>
            <a:r>
              <a:rPr lang="en-US" dirty="0"/>
              <a:t>Changing GitLab in a Kubernetes environment</a:t>
            </a:r>
          </a:p>
        </p:txBody>
      </p:sp>
    </p:spTree>
    <p:extLst>
      <p:ext uri="{BB962C8B-B14F-4D97-AF65-F5344CB8AC3E}">
        <p14:creationId xmlns:p14="http://schemas.microsoft.com/office/powerpoint/2010/main" val="3892654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2AEBD-E603-4C65-88EC-4B1DBBD70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69930-8152-1B7C-FA40-A01566FCE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 dirty="0"/>
              <a:t>Day 1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620C8-3A43-E70E-E85B-713CF8BDA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har char="•"/>
            </a:pPr>
            <a:r>
              <a:rPr lang="en-US" sz="3200" dirty="0"/>
              <a:t>GitLab Vision – the Whole Toolchain in One Application</a:t>
            </a:r>
          </a:p>
          <a:p>
            <a:pPr lvl="1"/>
            <a:r>
              <a:rPr lang="en-US" dirty="0"/>
              <a:t>Technical requirements</a:t>
            </a:r>
          </a:p>
          <a:p>
            <a:pPr lvl="1"/>
            <a:r>
              <a:rPr lang="en-US" dirty="0"/>
              <a:t>The Agile Manifesto</a:t>
            </a:r>
          </a:p>
          <a:p>
            <a:pPr lvl="1"/>
            <a:r>
              <a:rPr lang="en-US" dirty="0"/>
              <a:t>XP</a:t>
            </a:r>
          </a:p>
          <a:p>
            <a:pPr lvl="1"/>
            <a:r>
              <a:rPr lang="en-US" dirty="0"/>
              <a:t>The DevOps movement</a:t>
            </a:r>
          </a:p>
          <a:p>
            <a:pPr lvl="1"/>
            <a:r>
              <a:rPr lang="en-US" dirty="0"/>
              <a:t>The toolchain</a:t>
            </a:r>
          </a:p>
        </p:txBody>
      </p:sp>
    </p:spTree>
    <p:extLst>
      <p:ext uri="{BB962C8B-B14F-4D97-AF65-F5344CB8AC3E}">
        <p14:creationId xmlns:p14="http://schemas.microsoft.com/office/powerpoint/2010/main" val="583676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B29C7-DB93-07DA-8C6E-94F581428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59947-DCAC-963E-33D7-2A0A4A412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 dirty="0"/>
              <a:t>Day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399BF-2A26-747F-57AA-FD49D1729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har char="•"/>
            </a:pPr>
            <a:r>
              <a:rPr lang="en-US" sz="3200" dirty="0"/>
              <a:t>Create Your Product, Verify, and Package It – PC Developer</a:t>
            </a:r>
          </a:p>
          <a:p>
            <a:pPr lvl="1"/>
            <a:r>
              <a:rPr lang="en-US" dirty="0"/>
              <a:t>Technical requirements</a:t>
            </a:r>
          </a:p>
          <a:p>
            <a:pPr lvl="1"/>
            <a:r>
              <a:rPr lang="en-US" dirty="0"/>
              <a:t>The GitLab workflow</a:t>
            </a:r>
          </a:p>
          <a:p>
            <a:pPr lvl="1"/>
            <a:r>
              <a:rPr lang="en-US" dirty="0"/>
              <a:t>DevOps phase – manage your </a:t>
            </a:r>
            <a:r>
              <a:rPr lang="en-US" dirty="0" err="1"/>
              <a:t>ideasGitLab</a:t>
            </a:r>
            <a:r>
              <a:rPr lang="en-US" dirty="0"/>
              <a:t> for Administrator Training 3</a:t>
            </a:r>
          </a:p>
          <a:p>
            <a:pPr lvl="1"/>
            <a:r>
              <a:rPr lang="en-US" dirty="0"/>
              <a:t>DevOps phase – plan your feature</a:t>
            </a:r>
          </a:p>
          <a:p>
            <a:pPr lvl="1"/>
            <a:r>
              <a:rPr lang="en-US" dirty="0"/>
              <a:t>DevOps phase – create it</a:t>
            </a:r>
          </a:p>
          <a:p>
            <a:pPr lvl="1"/>
            <a:r>
              <a:rPr lang="en-US" dirty="0"/>
              <a:t>DevOps phase – verify your product</a:t>
            </a:r>
          </a:p>
          <a:p>
            <a:pPr lvl="1"/>
            <a:r>
              <a:rPr lang="en-US" dirty="0"/>
              <a:t>DevOps phase – package it for use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218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F2CCC-9CB1-7F83-E3AB-457FC8402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24A3E-FB19-0F0B-14EC-EE42540C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 dirty="0"/>
              <a:t>Day 2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C5D43-400D-EDEF-E98A-3478955D8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har char="•"/>
            </a:pPr>
            <a:r>
              <a:rPr lang="en-US" sz="3200" dirty="0"/>
              <a:t>The Release and Configure Phase</a:t>
            </a:r>
          </a:p>
          <a:p>
            <a:pPr lvl="1"/>
            <a:r>
              <a:rPr lang="en-US" dirty="0"/>
              <a:t>Technical requirements</a:t>
            </a:r>
          </a:p>
          <a:p>
            <a:pPr lvl="1"/>
            <a:r>
              <a:rPr lang="en-US" dirty="0"/>
              <a:t>Continuous Deployment</a:t>
            </a:r>
          </a:p>
          <a:p>
            <a:pPr lvl="1"/>
            <a:r>
              <a:rPr lang="en-US" dirty="0"/>
              <a:t>Auto DevOps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876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D55BF-99C8-20A8-ECA1-34F54ADED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6EB2A-2B94-7F8F-7AE4-055F88303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 dirty="0"/>
              <a:t>Day 2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F1604-6152-1631-469B-226D06EF8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har char="•"/>
            </a:pPr>
            <a:r>
              <a:rPr lang="en-US" sz="3200" dirty="0"/>
              <a:t>Integrating GitLab with CI/CD Tools</a:t>
            </a:r>
          </a:p>
          <a:p>
            <a:pPr lvl="1"/>
            <a:r>
              <a:rPr lang="en-US" dirty="0"/>
              <a:t>Technical requirements</a:t>
            </a:r>
          </a:p>
          <a:p>
            <a:pPr lvl="1"/>
            <a:r>
              <a:rPr lang="en-US" dirty="0"/>
              <a:t>Using Jira with GitLab</a:t>
            </a:r>
          </a:p>
          <a:p>
            <a:pPr lvl="1"/>
            <a:r>
              <a:rPr lang="en-US" dirty="0"/>
              <a:t>Connecting Jenkins to GitLab</a:t>
            </a:r>
          </a:p>
          <a:p>
            <a:pPr lvl="1"/>
            <a:r>
              <a:rPr lang="en-US" dirty="0"/>
              <a:t>Integrating with </a:t>
            </a:r>
            <a:r>
              <a:rPr lang="en-US" dirty="0" err="1"/>
              <a:t>Mattermost</a:t>
            </a:r>
            <a:endParaRPr lang="en-US" dirty="0"/>
          </a:p>
          <a:p>
            <a:pPr lvl="1"/>
            <a:r>
              <a:rPr lang="en-US" dirty="0"/>
              <a:t>Using webhooks for events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39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FF762-D34C-A06E-1DB4-EDF4FA69E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4A20E-5AA9-D27A-F19C-34A3FF7F0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 dirty="0"/>
              <a:t>Day 2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66091-5041-458B-79E1-64FE833AD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har char="•"/>
            </a:pPr>
            <a:r>
              <a:rPr lang="en-US" sz="3200" dirty="0"/>
              <a:t>Setting Up Your Project for GitLab Integration</a:t>
            </a:r>
          </a:p>
          <a:p>
            <a:pPr lvl="1"/>
            <a:r>
              <a:rPr lang="en-US" dirty="0"/>
              <a:t>Technical requirements</a:t>
            </a:r>
          </a:p>
          <a:p>
            <a:pPr lvl="1"/>
            <a:r>
              <a:rPr lang="en-US" dirty="0"/>
              <a:t>Pipelines</a:t>
            </a:r>
          </a:p>
          <a:p>
            <a:pPr lvl="1"/>
            <a:r>
              <a:rPr lang="en-US" dirty="0"/>
              <a:t>Jobs</a:t>
            </a:r>
          </a:p>
          <a:p>
            <a:pPr lvl="1"/>
            <a:r>
              <a:rPr lang="en-US" dirty="0"/>
              <a:t>Creating .</a:t>
            </a:r>
            <a:r>
              <a:rPr lang="en-US" dirty="0" err="1"/>
              <a:t>gitlab-ci.yml</a:t>
            </a:r>
            <a:endParaRPr lang="en-US" dirty="0"/>
          </a:p>
          <a:p>
            <a:pPr lvl="1"/>
            <a:r>
              <a:rPr lang="en-US" dirty="0"/>
              <a:t>Configuring a runner</a:t>
            </a:r>
          </a:p>
        </p:txBody>
      </p:sp>
    </p:spTree>
    <p:extLst>
      <p:ext uri="{BB962C8B-B14F-4D97-AF65-F5344CB8AC3E}">
        <p14:creationId xmlns:p14="http://schemas.microsoft.com/office/powerpoint/2010/main" val="2541991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BAB1A-F45A-1640-AC73-7A79BD72E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6E233-A30D-CA52-C401-B253D62BE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 dirty="0"/>
              <a:t>Day 2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78F3E-C04C-9BE3-B540-321C4096C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har char="•"/>
            </a:pPr>
            <a:r>
              <a:rPr lang="en-US" sz="3200" dirty="0"/>
              <a:t>Installing and Configuring GitLab Runners</a:t>
            </a:r>
          </a:p>
          <a:p>
            <a:pPr lvl="1"/>
            <a:r>
              <a:rPr lang="en-US" dirty="0"/>
              <a:t>Technical requirements</a:t>
            </a:r>
          </a:p>
          <a:p>
            <a:pPr lvl="1"/>
            <a:r>
              <a:rPr lang="en-US" dirty="0"/>
              <a:t>The Runner client architecture</a:t>
            </a:r>
          </a:p>
          <a:p>
            <a:pPr lvl="1"/>
            <a:r>
              <a:rPr lang="en-US" dirty="0"/>
              <a:t>Creating a basic Runner with the shell executor</a:t>
            </a:r>
          </a:p>
        </p:txBody>
      </p:sp>
    </p:spTree>
    <p:extLst>
      <p:ext uri="{BB962C8B-B14F-4D97-AF65-F5344CB8AC3E}">
        <p14:creationId xmlns:p14="http://schemas.microsoft.com/office/powerpoint/2010/main" val="1803398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/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2772</TotalTime>
  <Words>349</Words>
  <Application>Microsoft Office PowerPoint</Application>
  <PresentationFormat>Widescreen</PresentationFormat>
  <Paragraphs>89</Paragraphs>
  <Slides>15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Gear Drives</vt:lpstr>
      <vt:lpstr>GitLab Training</vt:lpstr>
      <vt:lpstr>Content</vt:lpstr>
      <vt:lpstr>Who this session is for</vt:lpstr>
      <vt:lpstr>Pre-requisite</vt:lpstr>
      <vt:lpstr>Day 1</vt:lpstr>
      <vt:lpstr>Day 1 cont.</vt:lpstr>
      <vt:lpstr>Day 1 cont.</vt:lpstr>
      <vt:lpstr>Day 1 cont.</vt:lpstr>
      <vt:lpstr>Day 1 cont.</vt:lpstr>
      <vt:lpstr>Day 2</vt:lpstr>
      <vt:lpstr>Day 2 cont.</vt:lpstr>
      <vt:lpstr>Day 2 cont.</vt:lpstr>
      <vt:lpstr>Day 2 cont.</vt:lpstr>
      <vt:lpstr>Day 2 cont.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 Power BI</dc:title>
  <dc:creator>user</dc:creator>
  <cp:lastModifiedBy>Raj Kumar Mahful</cp:lastModifiedBy>
  <cp:revision>72</cp:revision>
  <dcterms:created xsi:type="dcterms:W3CDTF">2020-02-19T08:24:00Z</dcterms:created>
  <dcterms:modified xsi:type="dcterms:W3CDTF">2024-02-09T02:02:47Z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1033-11.2.0.11254</vt:lpwstr>
  </property>
  <property fmtid="{D5CDD505-2E9C-101B-9397-08002B2CF9AE}" pid="3" name="ICV">
    <vt:lpwstr>5E1DE2D80C154144919017C1C729AEA2</vt:lpwstr>
  </property>
</Properties>
</file>