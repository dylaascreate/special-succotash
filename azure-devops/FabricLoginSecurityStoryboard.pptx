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8"/>
  </p:sldMasterIdLst>
  <p:sldIdLst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customXml" Target="../customXml/item7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viewProps" Target="viewProps.xml"/><Relationship Id="rId5" Type="http://schemas.openxmlformats.org/officeDocument/2006/relationships/customXml" Target="../customXml/item5.xml"/><Relationship Id="rId10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70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659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2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5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14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69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26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17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69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04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957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8A71-C149-4E47-9575-A8B2377F3660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90C21-7AC2-4C88-8FB2-43F792B348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92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customXml" Target="../../customXml/item5.xml"/><Relationship Id="rId7" Type="http://schemas.openxmlformats.org/officeDocument/2006/relationships/customXml" Target="../../customXml/item7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.xml"/><Relationship Id="rId6" Type="http://schemas.openxmlformats.org/officeDocument/2006/relationships/customXml" Target="../../customXml/item2.xml"/><Relationship Id="rId5" Type="http://schemas.openxmlformats.org/officeDocument/2006/relationships/customXml" Target="../../customXml/item3.xml"/><Relationship Id="rId4" Type="http://schemas.openxmlformats.org/officeDocument/2006/relationships/customXml" Target="../../customXml/item4.xml"/><Relationship Id="rId9" Type="http://schemas.openxmlformats.org/officeDocument/2006/relationships/hyperlink" Target="http://www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>
            <p:custDataLst>
              <p:custData r:id="rId1"/>
            </p:custDataLst>
          </p:nvPr>
        </p:nvSpPr>
        <p:spPr>
          <a:xfrm>
            <a:off x="1561294" y="3055566"/>
            <a:ext cx="2144432" cy="415498"/>
          </a:xfrm>
          <a:prstGeom prst="rect">
            <a:avLst/>
          </a:prstGeom>
          <a:noFill/>
        </p:spPr>
        <p:txBody>
          <a:bodyPr wrap="square" lIns="91440" tIns="18288" rIns="91440" bIns="27432" rtlCol="0" anchor="ctr" anchorCtr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Password:</a:t>
            </a:r>
          </a:p>
        </p:txBody>
      </p:sp>
      <p:sp>
        <p:nvSpPr>
          <p:cNvPr id="3" name="Content"/>
          <p:cNvSpPr txBox="1"/>
          <p:nvPr>
            <p:custDataLst>
              <p:custData r:id="rId2"/>
            </p:custDataLst>
          </p:nvPr>
        </p:nvSpPr>
        <p:spPr>
          <a:xfrm>
            <a:off x="1561294" y="2567423"/>
            <a:ext cx="2144432" cy="415498"/>
          </a:xfrm>
          <a:prstGeom prst="rect">
            <a:avLst/>
          </a:prstGeom>
          <a:noFill/>
        </p:spPr>
        <p:txBody>
          <a:bodyPr wrap="square" lIns="91440" tIns="18288" rIns="91440" bIns="27432" rtlCol="0" anchor="ctr" anchorCtr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Segoe UI" pitchFamily="34" charset="0"/>
                <a:ea typeface="Segoe UI" pitchFamily="34" charset="0"/>
                <a:cs typeface="Segoe UI" pitchFamily="34" charset="0"/>
              </a:rPr>
              <a:t>Username:</a:t>
            </a:r>
          </a:p>
        </p:txBody>
      </p:sp>
      <p:sp>
        <p:nvSpPr>
          <p:cNvPr id="4" name="Content"/>
          <p:cNvSpPr/>
          <p:nvPr>
            <p:custDataLst>
              <p:custData r:id="rId3"/>
            </p:custDataLst>
          </p:nvPr>
        </p:nvSpPr>
        <p:spPr>
          <a:xfrm>
            <a:off x="3312660" y="2567423"/>
            <a:ext cx="3713781" cy="415498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text</a:t>
            </a:r>
          </a:p>
        </p:txBody>
      </p:sp>
      <p:sp>
        <p:nvSpPr>
          <p:cNvPr id="5" name="Content"/>
          <p:cNvSpPr/>
          <p:nvPr>
            <p:custDataLst>
              <p:custData r:id="rId4"/>
            </p:custDataLst>
          </p:nvPr>
        </p:nvSpPr>
        <p:spPr>
          <a:xfrm>
            <a:off x="3312659" y="3055566"/>
            <a:ext cx="3713781" cy="415498"/>
          </a:xfrm>
          <a:prstGeom prst="rect">
            <a:avLst/>
          </a:prstGeom>
          <a:solidFill>
            <a:sysClr val="window" lastClr="FFFFFF"/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none" lIns="45720" tIns="18288" rIns="45720" bIns="18288" rtlCol="0" anchor="ctr">
            <a:no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text</a:t>
            </a:r>
          </a:p>
        </p:txBody>
      </p:sp>
      <p:sp>
        <p:nvSpPr>
          <p:cNvPr id="6" name="Content"/>
          <p:cNvSpPr/>
          <p:nvPr>
            <p:custDataLst>
              <p:custData r:id="rId5"/>
            </p:custDataLst>
          </p:nvPr>
        </p:nvSpPr>
        <p:spPr>
          <a:xfrm>
            <a:off x="3345604" y="3874168"/>
            <a:ext cx="1106592" cy="499395"/>
          </a:xfrm>
          <a:prstGeom prst="roundRect">
            <a:avLst/>
          </a:prstGeom>
          <a:solidFill>
            <a:srgbClr val="FFFFFF">
              <a:lumMod val="95000"/>
            </a:srgbClr>
          </a:solidFill>
          <a:ln w="3175">
            <a:solidFill>
              <a:srgbClr val="000000">
                <a:lumMod val="50000"/>
                <a:lumOff val="50000"/>
              </a:srgbClr>
            </a:solidFill>
          </a:ln>
          <a:effectLst/>
        </p:spPr>
        <p:style>
          <a:lnRef idx="2">
            <a:srgbClr val="4F81BD">
              <a:shade val="50000"/>
            </a:srgbClr>
          </a:lnRef>
          <a:fillRef idx="1">
            <a:srgbClr val="4F81BD"/>
          </a:fillRef>
          <a:effectRef idx="0">
            <a:srgbClr val="4F81BD"/>
          </a:effectRef>
          <a:fontRef idx="minor">
            <a:srgbClr val="000000"/>
          </a:fontRef>
        </p:style>
        <p:txBody>
          <a:bodyPr wrap="square" lIns="91440" tIns="0" rIns="91440" bIns="9144" rtlCol="0" anchor="ctr">
            <a:no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Segoe UI" pitchFamily="34" charset="0"/>
                <a:cs typeface="Segoe UI" pitchFamily="34" charset="0"/>
              </a:rPr>
              <a:t>Submit</a:t>
            </a:r>
          </a:p>
        </p:txBody>
      </p:sp>
      <p:sp>
        <p:nvSpPr>
          <p:cNvPr id="7" name="Content"/>
          <p:cNvSpPr txBox="1"/>
          <p:nvPr>
            <p:custDataLst>
              <p:custData r:id="rId6"/>
            </p:custDataLst>
          </p:nvPr>
        </p:nvSpPr>
        <p:spPr>
          <a:xfrm>
            <a:off x="3207460" y="4986624"/>
            <a:ext cx="3818980" cy="803297"/>
          </a:xfrm>
          <a:prstGeom prst="rect">
            <a:avLst/>
          </a:prstGeom>
          <a:noFill/>
        </p:spPr>
        <p:txBody>
          <a:bodyPr wrap="square" lIns="91440" tIns="18288" rIns="91440" bIns="45720" rtlCol="0" anchor="ctr" anchorCtr="0">
            <a:spAutoFit/>
          </a:bodyPr>
          <a:lstStyle/>
          <a:p>
            <a:r>
              <a:rPr lang="en-US" sz="24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</a:rPr>
              <a:t>Click here to reset password.</a:t>
            </a:r>
          </a:p>
        </p:txBody>
      </p:sp>
      <p:sp>
        <p:nvSpPr>
          <p:cNvPr id="8" name="Content"/>
          <p:cNvSpPr txBox="1"/>
          <p:nvPr>
            <p:custDataLst>
              <p:custData r:id="rId7"/>
            </p:custDataLst>
          </p:nvPr>
        </p:nvSpPr>
        <p:spPr>
          <a:xfrm>
            <a:off x="946861" y="1159638"/>
            <a:ext cx="596638" cy="249299"/>
          </a:xfrm>
          <a:prstGeom prst="rect">
            <a:avLst/>
          </a:prstGeom>
          <a:noFill/>
        </p:spPr>
        <p:txBody>
          <a:bodyPr wrap="none" lIns="91440" tIns="18288" rIns="91440" bIns="45720" rtlCol="0" anchor="ctr" anchorCtr="0">
            <a:spAutoFit/>
          </a:bodyPr>
          <a:lstStyle/>
          <a:p>
            <a:r>
              <a:rPr lang="en-US" sz="1200" u="sng" dirty="0">
                <a:solidFill>
                  <a:srgbClr val="0070C0"/>
                </a:solidFill>
                <a:uFill>
                  <a:solidFill>
                    <a:srgbClr val="0070C0"/>
                  </a:solidFill>
                </a:uFill>
                <a:latin typeface="Segoe UI" pitchFamily="34" charset="0"/>
                <a:ea typeface="Segoe UI" pitchFamily="34" charset="0"/>
                <a:cs typeface="Segoe UI" pitchFamily="34" charset="0"/>
                <a:hlinkClick r:id="rId9"/>
              </a:rPr>
              <a:t>Home</a:t>
            </a:r>
            <a:endParaRPr lang="en-US" sz="1200" u="sng" dirty="0">
              <a:solidFill>
                <a:srgbClr val="0070C0"/>
              </a:solidFill>
              <a:uFill>
                <a:solidFill>
                  <a:srgbClr val="0070C0"/>
                </a:solidFill>
              </a:u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98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item1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2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3.xml><?xml version="1.0" encoding="utf-8"?>
<Control xmlns="http://schemas.microsoft.com/VisualStudio/2011/storyboarding/control">
  <Id Name="System.Storyboarding.Common.Button" Revision="1" Stencil="System.Storyboarding.Common" StencilVersion="0.1"/>
</Control>
</file>

<file path=customXml/item4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5.xml><?xml version="1.0" encoding="utf-8"?>
<Control xmlns="http://schemas.microsoft.com/VisualStudio/2011/storyboarding/control">
  <Id Name="System.Storyboarding.Common.TextInput" Revision="1" Stencil="System.Storyboarding.Common" StencilVersion="0.1"/>
</Control>
</file>

<file path=customXml/item6.xml><?xml version="1.0" encoding="utf-8"?>
<Control xmlns="http://schemas.microsoft.com/VisualStudio/2011/storyboarding/control">
  <Id Name="System.Storyboarding.Common.Text" Revision="1" Stencil="System.Storyboarding.Common" StencilVersion="0.1"/>
</Control>
</file>

<file path=customXml/item7.xml><?xml version="1.0" encoding="utf-8"?>
<Control xmlns="http://schemas.microsoft.com/VisualStudio/2011/storyboarding/control">
  <Id Name="System.Storyboarding.Common.Hyperlink" Revision="1" Stencil="System.Storyboarding.Common" StencilVersion="0.1"/>
</Control>
</file>

<file path=customXml/itemProps1.xml><?xml version="1.0" encoding="utf-8"?>
<ds:datastoreItem xmlns:ds="http://schemas.openxmlformats.org/officeDocument/2006/customXml" ds:itemID="{D4858F89-04B6-421D-BCE9-3471C67BC6E4}">
  <ds:schemaRefs>
    <ds:schemaRef ds:uri="http://schemas.microsoft.com/VisualStudio/2011/storyboarding/control"/>
  </ds:schemaRefs>
</ds:datastoreItem>
</file>

<file path=customXml/itemProps2.xml><?xml version="1.0" encoding="utf-8"?>
<ds:datastoreItem xmlns:ds="http://schemas.openxmlformats.org/officeDocument/2006/customXml" ds:itemID="{692CE885-EBD1-458E-B75F-0CDE3057392C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177C3224-02F7-4A48-954F-9F3E31F8982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1887BE08-2D73-4944-A1FA-122C54BF86AF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3E34903E-8037-43C2-8705-494AA8C3B549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20B5DC34-F5F7-4B5A-95A1-3EB8846DA91B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1269C455-BDCC-4080-956C-5D1F03E3356A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Kamarudin Sheikh Nasir</cp:lastModifiedBy>
  <cp:revision>5</cp:revision>
  <dcterms:created xsi:type="dcterms:W3CDTF">2015-08-25T02:47:10Z</dcterms:created>
  <dcterms:modified xsi:type="dcterms:W3CDTF">2026-08-21T06:41:20Z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Tfs.LastKnownPath">
    <vt:lpwstr>https://d.docs.live.net/5b79fc1fc04e0ef8/FabricLoginSecurityStoryboard.pptx</vt:lpwstr>
  </property>
  <property fmtid="{D5CDD505-2E9C-101B-9397-08002B2CF9AE}" pid="4" name="Tfs.TeamProjectCollectionUrl">
    <vt:lpwstr>http://10.10.10.61:8081/tfs/defaultcollection</vt:lpwstr>
  </property>
  <property fmtid="{D5CDD505-2E9C-101B-9397-08002B2CF9AE}" pid="5" name="Tfs.TeamProjectUrl">
    <vt:lpwstr>vstfs:///Classification/TeamProject/8039cb16-de84-4c8b-9250-6e57416205f6</vt:lpwstr>
  </property>
  <property fmtid="{D5CDD505-2E9C-101B-9397-08002B2CF9AE}" pid="6" name="Tfs.TeamProjectName">
    <vt:lpwstr>Fabric</vt:lpwstr>
  </property>
</Properties>
</file>